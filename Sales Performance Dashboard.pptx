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5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F45F1-9C21-4D6E-9D48-22BD7D0BE73F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67E40-F61E-4BD0-B3BD-14ABE6A875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3412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F45F1-9C21-4D6E-9D48-22BD7D0BE73F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67E40-F61E-4BD0-B3BD-14ABE6A875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7893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F45F1-9C21-4D6E-9D48-22BD7D0BE73F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67E40-F61E-4BD0-B3BD-14ABE6A875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773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F45F1-9C21-4D6E-9D48-22BD7D0BE73F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67E40-F61E-4BD0-B3BD-14ABE6A875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0466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F45F1-9C21-4D6E-9D48-22BD7D0BE73F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67E40-F61E-4BD0-B3BD-14ABE6A875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8804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F45F1-9C21-4D6E-9D48-22BD7D0BE73F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67E40-F61E-4BD0-B3BD-14ABE6A875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121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F45F1-9C21-4D6E-9D48-22BD7D0BE73F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67E40-F61E-4BD0-B3BD-14ABE6A875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6111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F45F1-9C21-4D6E-9D48-22BD7D0BE73F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67E40-F61E-4BD0-B3BD-14ABE6A875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96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F45F1-9C21-4D6E-9D48-22BD7D0BE73F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67E40-F61E-4BD0-B3BD-14ABE6A875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2288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F45F1-9C21-4D6E-9D48-22BD7D0BE73F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67E40-F61E-4BD0-B3BD-14ABE6A875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2106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F45F1-9C21-4D6E-9D48-22BD7D0BE73F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67E40-F61E-4BD0-B3BD-14ABE6A875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5578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F45F1-9C21-4D6E-9D48-22BD7D0BE73F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67E40-F61E-4BD0-B3BD-14ABE6A87501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45296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F45F1-9C21-4D6E-9D48-22BD7D0BE73F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67E40-F61E-4BD0-B3BD-14ABE6A875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70937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F45F1-9C21-4D6E-9D48-22BD7D0BE73F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67E40-F61E-4BD0-B3BD-14ABE6A875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0901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F45F1-9C21-4D6E-9D48-22BD7D0BE73F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67E40-F61E-4BD0-B3BD-14ABE6A875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6874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F45F1-9C21-4D6E-9D48-22BD7D0BE73F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67E40-F61E-4BD0-B3BD-14ABE6A875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2907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F45F1-9C21-4D6E-9D48-22BD7D0BE73F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67E40-F61E-4BD0-B3BD-14ABE6A875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7671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B7F45F1-9C21-4D6E-9D48-22BD7D0BE73F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0467E40-F61E-4BD0-B3BD-14ABE6A875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03168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  <p:sldLayoutId id="2147483798" r:id="rId13"/>
    <p:sldLayoutId id="2147483799" r:id="rId14"/>
    <p:sldLayoutId id="2147483800" r:id="rId15"/>
    <p:sldLayoutId id="2147483801" r:id="rId16"/>
    <p:sldLayoutId id="2147483802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A6F98-49B6-9C59-A582-E6D233738A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8133" y="1159933"/>
            <a:ext cx="10532533" cy="226906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Performance Dashboard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using Power BI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D51E7C-6D7B-7723-A9AE-B0E39718C8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90533" y="3429000"/>
            <a:ext cx="9144000" cy="1655762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Vivek Vardhan</a:t>
            </a:r>
          </a:p>
        </p:txBody>
      </p:sp>
    </p:spTree>
    <p:extLst>
      <p:ext uri="{BB962C8B-B14F-4D97-AF65-F5344CB8AC3E}">
        <p14:creationId xmlns:p14="http://schemas.microsoft.com/office/powerpoint/2010/main" val="1861936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6F96980-AAF2-6073-212C-6933C96BBC7D}"/>
              </a:ext>
            </a:extLst>
          </p:cNvPr>
          <p:cNvSpPr txBox="1"/>
          <p:nvPr/>
        </p:nvSpPr>
        <p:spPr>
          <a:xfrm>
            <a:off x="169333" y="508001"/>
            <a:ext cx="11921067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 interactive Power BI dashboard that helps business stakeholders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 performance, profitability, customer segments, product performance, and regional trends for data-driven decision-making.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Power BI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Superstore Dataset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&amp; Business Intelligence Techniques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027F97-FC43-AA26-2FB2-370912FD0393}"/>
              </a:ext>
            </a:extLst>
          </p:cNvPr>
          <p:cNvSpPr txBox="1"/>
          <p:nvPr/>
        </p:nvSpPr>
        <p:spPr>
          <a:xfrm>
            <a:off x="169333" y="3007774"/>
            <a:ext cx="6096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Information</a:t>
            </a:r>
          </a:p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Superstore Sales Dataset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Contains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Date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Name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Details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0C9B70-B084-7036-0312-F1FD6BE42626}"/>
              </a:ext>
            </a:extLst>
          </p:cNvPr>
          <p:cNvSpPr txBox="1"/>
          <p:nvPr/>
        </p:nvSpPr>
        <p:spPr>
          <a:xfrm>
            <a:off x="7154333" y="1745890"/>
            <a:ext cx="60960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Components Created</a:t>
            </a:r>
          </a:p>
          <a:p>
            <a:pPr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Cards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Profit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Orders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Margin % </a:t>
            </a:r>
          </a:p>
          <a:p>
            <a:pPr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Trend Over Time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by Category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by Region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by Segment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Products by Sales </a:t>
            </a:r>
          </a:p>
          <a:p>
            <a:pPr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 Filter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Filter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 Filter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Date Filter</a:t>
            </a:r>
          </a:p>
        </p:txBody>
      </p:sp>
    </p:spTree>
    <p:extLst>
      <p:ext uri="{BB962C8B-B14F-4D97-AF65-F5344CB8AC3E}">
        <p14:creationId xmlns:p14="http://schemas.microsoft.com/office/powerpoint/2010/main" val="3533042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DFEB22-72DD-C92E-9D76-CD03503B71CC}"/>
              </a:ext>
            </a:extLst>
          </p:cNvPr>
          <p:cNvSpPr txBox="1"/>
          <p:nvPr/>
        </p:nvSpPr>
        <p:spPr>
          <a:xfrm>
            <a:off x="186267" y="313268"/>
            <a:ext cx="8957733" cy="6432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Sales Performance Dashboard</a:t>
            </a:r>
          </a:p>
          <a:p>
            <a:pPr>
              <a:buNone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business performance monitoring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filtering using slicers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KPI-driven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 identification and comparison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Easy-to-understand visual reports </a:t>
            </a:r>
          </a:p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Value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single view of organizational performance and helps stakeholders make informed decisions quickly.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E874B1-9910-C084-C055-B9F50FE38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0603" y="765142"/>
            <a:ext cx="6550793" cy="3689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375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3C7C0F-1A98-5772-DE06-7E86363E8989}"/>
              </a:ext>
            </a:extLst>
          </p:cNvPr>
          <p:cNvSpPr txBox="1"/>
          <p:nvPr/>
        </p:nvSpPr>
        <p:spPr>
          <a:xfrm>
            <a:off x="262466" y="3826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Summary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34D28DB-5CCC-2023-ACDC-A3CFDBDAE7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3833610"/>
              </p:ext>
            </p:extLst>
          </p:nvPr>
        </p:nvGraphicFramePr>
        <p:xfrm>
          <a:off x="262466" y="894027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29210838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674511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6825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 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2.30M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1535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Total Profit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286.40K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9149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 Orders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9,994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9060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Profit Margin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12.47%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016448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D8CCACE-ADF2-85CC-CA0C-88B449D60A5D}"/>
              </a:ext>
            </a:extLst>
          </p:cNvPr>
          <p:cNvSpPr txBox="1"/>
          <p:nvPr/>
        </p:nvSpPr>
        <p:spPr>
          <a:xfrm>
            <a:off x="262466" y="2864921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Performed</a:t>
            </a: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Trend Analysis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Monitored sales performance across time periods.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Analysis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sales among Technology, Furniture, and Office Supplies.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Analysis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profitability across different regions.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Analysis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sales contribution from different customer segments.</a:t>
            </a:r>
          </a:p>
        </p:txBody>
      </p:sp>
    </p:spTree>
    <p:extLst>
      <p:ext uri="{BB962C8B-B14F-4D97-AF65-F5344CB8AC3E}">
        <p14:creationId xmlns:p14="http://schemas.microsoft.com/office/powerpoint/2010/main" val="64667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EA5B066-6F63-9346-2BCD-4DA192B32C32}"/>
              </a:ext>
            </a:extLst>
          </p:cNvPr>
          <p:cNvSpPr txBox="1"/>
          <p:nvPr/>
        </p:nvSpPr>
        <p:spPr>
          <a:xfrm>
            <a:off x="762001" y="305068"/>
            <a:ext cx="609600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Findings</a:t>
            </a: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Category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the highest sales revenue among all categories.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West Region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Recorded the highest overall profit.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Segment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Contributed the largest share of total sales.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Performance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small number of products generated a significant portion of revenue.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Profitability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maintained a healthy profit margin of approximately 12.47%.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insights help management focus on profitable products, customer groups, and regions.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E800F4-DDA4-CB6F-AC90-091975999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932" y="483403"/>
            <a:ext cx="3090067" cy="5850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408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B0B754-6D51-BA66-0A82-204FEF7F0926}"/>
              </a:ext>
            </a:extLst>
          </p:cNvPr>
          <p:cNvSpPr txBox="1"/>
          <p:nvPr/>
        </p:nvSpPr>
        <p:spPr>
          <a:xfrm>
            <a:off x="330199" y="719666"/>
            <a:ext cx="1139613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Recommendations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Strategy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focus on high-performing products.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Strategy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successful practices from the West region to other regions.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Strategy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 marketing efforts toward Consumer and Corporate segments.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Improvement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performance in lower-profit categories and regions.</a:t>
            </a:r>
          </a:p>
          <a:p>
            <a:pPr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Sales Performance Dashboard successfully transforms raw sales data into meaningful business insights using Power BI.</a:t>
            </a:r>
          </a:p>
        </p:txBody>
      </p:sp>
    </p:spTree>
    <p:extLst>
      <p:ext uri="{BB962C8B-B14F-4D97-AF65-F5344CB8AC3E}">
        <p14:creationId xmlns:p14="http://schemas.microsoft.com/office/powerpoint/2010/main" val="3709708777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4B4B4B"/>
      </a:dk2>
      <a:lt2>
        <a:srgbClr val="B5B5B5"/>
      </a:lt2>
      <a:accent1>
        <a:srgbClr val="9AC43E"/>
      </a:accent1>
      <a:accent2>
        <a:srgbClr val="44BA98"/>
      </a:accent2>
      <a:accent3>
        <a:srgbClr val="43A9D9"/>
      </a:accent3>
      <a:accent4>
        <a:srgbClr val="6274D8"/>
      </a:accent4>
      <a:accent5>
        <a:srgbClr val="AB54D7"/>
      </a:accent5>
      <a:accent6>
        <a:srgbClr val="D15B37"/>
      </a:accent6>
      <a:hlink>
        <a:srgbClr val="BFE962"/>
      </a:hlink>
      <a:folHlink>
        <a:srgbClr val="C0D591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892FADA9-420D-4323-A7A4-C1060166525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2</TotalTime>
  <Words>356</Words>
  <Application>Microsoft Office PowerPoint</Application>
  <PresentationFormat>Widescreen</PresentationFormat>
  <Paragraphs>112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Times New Roman</vt:lpstr>
      <vt:lpstr>Tw Cen MT</vt:lpstr>
      <vt:lpstr>Droplet</vt:lpstr>
      <vt:lpstr>Sales Performance Dashboard Dashboard Design using Power BI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Vivek G</dc:creator>
  <cp:lastModifiedBy>Vivek G</cp:lastModifiedBy>
  <cp:revision>1</cp:revision>
  <dcterms:created xsi:type="dcterms:W3CDTF">2026-06-04T20:18:25Z</dcterms:created>
  <dcterms:modified xsi:type="dcterms:W3CDTF">2026-06-04T20:20:47Z</dcterms:modified>
</cp:coreProperties>
</file>